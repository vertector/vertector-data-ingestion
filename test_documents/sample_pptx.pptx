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Vertector Data Ingestion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Multimodal document processing</a:t>
            </a:r>
          </a:p>
          <a:p>
            <a:pPr lvl="1"/>
            <a:r>
              <a:t>TableFormer for accurate table extraction</a:t>
            </a:r>
          </a:p>
          <a:p>
            <a:pPr lvl="1"/>
            <a:r>
              <a:t>AI-driven image enrichment</a:t>
            </a:r>
          </a:p>
          <a:p>
            <a:pPr lvl="1"/>
            <a:r>
              <a:t>Support for PDF, DOCX, PPTX, XLSX, 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